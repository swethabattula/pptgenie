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4114800" cy="4572000"/>
          </a:xfrm>
        </p:spPr>
        <p:txBody>
          <a:bodyPr/>
          <a:lstStyle/>
          <a:p>
            <a:r>
              <a:t>Testing bullet points</a:t>
            </a:r>
          </a:p>
          <a:p>
            <a:r>
              <a:t>Point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