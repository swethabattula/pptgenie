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8229600" cy="3931920"/>
          </a:xfrm>
        </p:spPr>
        <p:txBody>
          <a:bodyPr/>
          <a:lstStyle/>
          <a:p>
            <a:r>
              <a:rPr sz="1800"/>
              <a:t>Introduction to Machine Learning involves key concepts</a:t>
            </a:r>
          </a:p>
          <a:p>
            <a:r>
              <a:rPr sz="1800"/>
              <a:t>It explains important ideas clearly</a:t>
            </a:r>
          </a:p>
          <a:p>
            <a:r>
              <a:rPr sz="1800"/>
              <a:t>It has real-world applications</a:t>
            </a:r>
          </a:p>
          <a:p>
            <a:r>
              <a:rPr sz="1800"/>
              <a:t>It is widely used in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Core Concepts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4114800" cy="3931920"/>
          </a:xfrm>
        </p:spPr>
        <p:txBody>
          <a:bodyPr/>
          <a:lstStyle/>
          <a:p>
            <a:r>
              <a:rPr sz="1800"/>
              <a:t>Core Concepts of Machine Learning involves key concepts</a:t>
            </a:r>
          </a:p>
          <a:p>
            <a:r>
              <a:rPr sz="1800"/>
              <a:t>It explains important ideas clearly</a:t>
            </a:r>
          </a:p>
          <a:p>
            <a:r>
              <a:rPr sz="1800"/>
              <a:t>It has real-world applications</a:t>
            </a:r>
          </a:p>
          <a:p>
            <a:r>
              <a:rPr sz="1800"/>
              <a:t>It is widely used in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4114800" cy="3931920"/>
          </a:xfrm>
        </p:spPr>
        <p:txBody>
          <a:bodyPr/>
          <a:lstStyle/>
          <a:p>
            <a:r>
              <a:rPr sz="1800"/>
              <a:t>Applications of Machine Learning involves key concepts</a:t>
            </a:r>
          </a:p>
          <a:p>
            <a:r>
              <a:rPr sz="1800"/>
              <a:t>It explains important ideas clearly</a:t>
            </a:r>
          </a:p>
          <a:p>
            <a:r>
              <a:rPr sz="1800"/>
              <a:t>It has real-world applications</a:t>
            </a:r>
          </a:p>
          <a:p>
            <a:r>
              <a:rPr sz="1800"/>
              <a:t>It is widely used in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Challenges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8229600" cy="3931920"/>
          </a:xfrm>
        </p:spPr>
        <p:txBody>
          <a:bodyPr/>
          <a:lstStyle/>
          <a:p>
            <a:r>
              <a:rPr sz="1800"/>
              <a:t>Challenges of Machine Learning involves key concepts</a:t>
            </a:r>
          </a:p>
          <a:p>
            <a:r>
              <a:rPr sz="1800"/>
              <a:t>It explains important ideas clearly</a:t>
            </a:r>
          </a:p>
          <a:p>
            <a:r>
              <a:rPr sz="1800"/>
              <a:t>It has real-world applications</a:t>
            </a:r>
          </a:p>
          <a:p>
            <a:r>
              <a:rPr sz="1800"/>
              <a:t>It is widely used in practice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8229600" cy="3931920"/>
          </a:xfrm>
        </p:spPr>
        <p:txBody>
          <a:bodyPr/>
          <a:lstStyle/>
          <a:p>
            <a:r>
              <a:rPr sz="1800"/>
              <a:t>Conclusion involves key concepts</a:t>
            </a:r>
          </a:p>
          <a:p>
            <a:r>
              <a:rPr sz="1800"/>
              <a:t>It explains important ideas clearly</a:t>
            </a:r>
          </a:p>
          <a:p>
            <a:r>
              <a:rPr sz="1800"/>
              <a:t>It has real-world applications</a:t>
            </a:r>
          </a:p>
          <a:p>
            <a:r>
              <a:rPr sz="1800"/>
              <a:t>It is widely used in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