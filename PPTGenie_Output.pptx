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Introduction to Artificial Intelligence involves key concepts and fundamental ideas</a:t>
            </a:r>
          </a:p>
          <a:p>
            <a:r>
              <a:rPr sz="1800"/>
              <a:t>It helps in understanding important aspects related to the topic</a:t>
            </a:r>
          </a:p>
          <a:p>
            <a:r>
              <a:rPr sz="1800"/>
              <a:t>Various techniques and methods are applied in this area</a:t>
            </a:r>
          </a:p>
          <a:p>
            <a:r>
              <a:rPr sz="1800"/>
              <a:t>This plays a significant role in real-world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Introduction to Artificial Intelligence involves key concepts and fundamental ideas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Core Concepts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4114800" cy="3931920"/>
          </a:xfrm>
        </p:spPr>
        <p:txBody>
          <a:bodyPr/>
          <a:lstStyle/>
          <a:p>
            <a:r>
              <a:rPr sz="1800"/>
              <a:t>Core Concepts of Artificial Intelligence involves key concepts and fundamental ideas</a:t>
            </a:r>
          </a:p>
          <a:p>
            <a:r>
              <a:rPr sz="1800"/>
              <a:t>It helps in understanding important aspects related to the topic</a:t>
            </a:r>
          </a:p>
          <a:p>
            <a:r>
              <a:rPr sz="1800"/>
              <a:t>Various techniques and methods are applied in this area</a:t>
            </a:r>
          </a:p>
          <a:p>
            <a:r>
              <a:rPr sz="1800"/>
              <a:t>This plays a significant role in real-world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Core Concepts of Artificial Intelligence involves key concepts and fundamental ideas</a:t>
            </a:r>
          </a:p>
        </p:txBody>
      </p:sp>
      <p:pic>
        <p:nvPicPr>
          <p:cNvPr id="5" name="Picture 4" descr="generate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0"/>
            <a:ext cx="38862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Detailed Explanation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4114800" cy="3931920"/>
          </a:xfrm>
        </p:spPr>
        <p:txBody>
          <a:bodyPr/>
          <a:lstStyle/>
          <a:p>
            <a:r>
              <a:rPr sz="1800"/>
              <a:t>Detailed Explanation of Artificial Intelligence involves key concepts and fundamental ideas</a:t>
            </a:r>
          </a:p>
          <a:p>
            <a:r>
              <a:rPr sz="1800"/>
              <a:t>It helps in understanding important aspects related to the topic</a:t>
            </a:r>
          </a:p>
          <a:p>
            <a:r>
              <a:rPr sz="1800"/>
              <a:t>Various techniques and methods are applied in this area</a:t>
            </a:r>
          </a:p>
          <a:p>
            <a:r>
              <a:rPr sz="1800"/>
              <a:t>This plays a significant role in real-world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Detailed Explanation of Artificial Intelligence involves key concepts and fundamental ideas</a:t>
            </a:r>
          </a:p>
        </p:txBody>
      </p:sp>
      <p:pic>
        <p:nvPicPr>
          <p:cNvPr id="5" name="Picture 4" descr="generate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0"/>
            <a:ext cx="38862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Real-world Applications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4114800" cy="3931920"/>
          </a:xfrm>
        </p:spPr>
        <p:txBody>
          <a:bodyPr/>
          <a:lstStyle/>
          <a:p>
            <a:r>
              <a:rPr sz="1800"/>
              <a:t>Real-world Applications of Artificial Intelligence involves key concepts and fundamental ideas</a:t>
            </a:r>
          </a:p>
          <a:p>
            <a:r>
              <a:rPr sz="1800"/>
              <a:t>It helps in understanding important aspects related to the topic</a:t>
            </a:r>
          </a:p>
          <a:p>
            <a:r>
              <a:rPr sz="1800"/>
              <a:t>Various techniques and methods are applied in this area</a:t>
            </a:r>
          </a:p>
          <a:p>
            <a:r>
              <a:rPr sz="1800"/>
              <a:t>This plays a significant role in real-world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Real-world Applications of Artificial Intelligence involves key concepts and fundamental ideas</a:t>
            </a:r>
          </a:p>
        </p:txBody>
      </p:sp>
      <p:pic>
        <p:nvPicPr>
          <p:cNvPr id="5" name="Picture 4" descr="generate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0"/>
            <a:ext cx="38862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1680"/>
            <a:ext cx="8229600" cy="3931920"/>
          </a:xfrm>
        </p:spPr>
        <p:txBody>
          <a:bodyPr/>
          <a:lstStyle/>
          <a:p>
            <a:r>
              <a:rPr sz="1800"/>
              <a:t>Conclusion involves key concepts and fundamental ideas</a:t>
            </a:r>
          </a:p>
          <a:p>
            <a:r>
              <a:rPr sz="1800"/>
              <a:t>It helps in understanding important aspects related to the topic</a:t>
            </a:r>
          </a:p>
          <a:p>
            <a:r>
              <a:rPr sz="1800"/>
              <a:t>Various techniques and methods are applied in this area</a:t>
            </a:r>
          </a:p>
          <a:p>
            <a:r>
              <a:rPr sz="1800"/>
              <a:t>This plays a significant role in real-world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Conclusion involves key concepts and fundamental ideas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